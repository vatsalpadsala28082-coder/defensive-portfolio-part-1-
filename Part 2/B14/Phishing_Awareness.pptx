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548640"/>
            <a:ext cx="2286000" cy="2286000"/>
          </a:xfrm>
          <a:prstGeom prst="ellipse">
            <a:avLst/>
          </a:prstGeom>
          <a:solidFill>
            <a:srgbClr val="00B4A6">
              <a:alpha val="20000"/>
            </a:srgbClr>
          </a:solidFill>
          <a:ln w="12700">
            <a:solidFill>
              <a:srgbClr val="00B4A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474720"/>
            <a:ext cx="1645920" cy="1645920"/>
          </a:xfrm>
          <a:prstGeom prst="ellipse">
            <a:avLst/>
          </a:prstGeom>
          <a:solidFill>
            <a:srgbClr val="00B4A6">
              <a:alpha val="15000"/>
            </a:srgbClr>
          </a:solidFill>
          <a:ln w="12700">
            <a:solidFill>
              <a:srgbClr val="00B4A6">
                <a:alpha val="1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73152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Phishing &amp;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57200" y="25420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B4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Engineering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5720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is. How it works. How to stay safe.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Vatsal  |  CITS2006 Defensive Cybersecurity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Phishing?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01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984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3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Definition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18745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E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when an attacker pretends to be someone you trust — a bank, your university, even a friend — to trick you into giving up your password, clicking a bad link, or downloading malware.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4023360" cy="347472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12618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Types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892040" y="1783080"/>
            <a:ext cx="54864" cy="4572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74920" y="1783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Phishing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74920" y="20208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emails from banks, Uni, or services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92040" y="2514600"/>
            <a:ext cx="54864" cy="4572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74920" y="2514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Spear Phishing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74920" y="27523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attack using your personal info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892040" y="3246120"/>
            <a:ext cx="54864" cy="4572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74920" y="3246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Smishing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74920" y="34838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texts with malicious links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892040" y="3977640"/>
            <a:ext cx="54864" cy="4572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74920" y="3977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Vishing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74920" y="42153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 impersonating IT or support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Spot a Phishing Attack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97280"/>
            <a:ext cx="4114800" cy="1051560"/>
          </a:xfrm>
          <a:prstGeom prst="rect">
            <a:avLst/>
          </a:prstGeom>
          <a:solidFill>
            <a:srgbClr val="F2F6FA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97280"/>
            <a:ext cx="64008" cy="105156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Sender address looks off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0352" y="151790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support@paypa1-secure.com instead of paypal.com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331720"/>
            <a:ext cx="4114800" cy="1051560"/>
          </a:xfrm>
          <a:prstGeom prst="rect">
            <a:avLst/>
          </a:prstGeom>
          <a:solidFill>
            <a:srgbClr val="F2F6FA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2331720"/>
            <a:ext cx="64008" cy="105156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Creates urgency or fear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352" y="275234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will be closed in 24 hours!"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3566160"/>
            <a:ext cx="4114800" cy="1051560"/>
          </a:xfrm>
          <a:prstGeom prst="rect">
            <a:avLst/>
          </a:prstGeom>
          <a:solidFill>
            <a:srgbClr val="F2F6FA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3566160"/>
            <a:ext cx="64008" cy="105156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Asks for password or OTP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0352" y="398678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services never ask for this via email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1097280"/>
            <a:ext cx="4114800" cy="1051560"/>
          </a:xfrm>
          <a:prstGeom prst="rect">
            <a:avLst/>
          </a:prstGeom>
          <a:solidFill>
            <a:srgbClr val="F2F6FA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1097280"/>
            <a:ext cx="64008" cy="105156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19472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Suspicious links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19472" y="151790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— the real URL is often totally different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54880" y="2331720"/>
            <a:ext cx="4114800" cy="1051560"/>
          </a:xfrm>
          <a:prstGeom prst="rect">
            <a:avLst/>
          </a:prstGeom>
          <a:solidFill>
            <a:srgbClr val="F2F6FA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2331720"/>
            <a:ext cx="64008" cy="105156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19472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Poor grammar or spelling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919472" y="275234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bank does not send typo-filled emails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54880" y="3566160"/>
            <a:ext cx="4114800" cy="1051560"/>
          </a:xfrm>
          <a:prstGeom prst="rect">
            <a:avLst/>
          </a:prstGeom>
          <a:solidFill>
            <a:srgbClr val="F2F6FA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54880" y="3566160"/>
            <a:ext cx="64008" cy="105156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19472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Unexpected attachments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919472" y="398678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Invoice.pdf.exe — the second extension hides the real type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3A4E"/>
          </a:solidFill>
          <a:ln w="12700">
            <a:solidFill>
              <a:srgbClr val="2E3A4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5544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Engineering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8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just one type. Social engineering is the bigger idea — manipulating people rather than hacking systems.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365760" y="1737360"/>
            <a:ext cx="4023360" cy="1234440"/>
          </a:xfrm>
          <a:prstGeom prst="rect">
            <a:avLst/>
          </a:prstGeom>
          <a:solidFill>
            <a:srgbClr val="2E3A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737360"/>
            <a:ext cx="4023360" cy="640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Pretexting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194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creates a fake scenario — pretends to be IT support needing your password to fix an issue.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737360"/>
            <a:ext cx="4023360" cy="1234440"/>
          </a:xfrm>
          <a:prstGeom prst="rect">
            <a:avLst/>
          </a:prstGeom>
          <a:solidFill>
            <a:srgbClr val="2E3A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737360"/>
            <a:ext cx="4023360" cy="6400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84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Baiting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37760" y="2194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USB drive left in a car park. You plug it in out of curiosity. It installs malware automatically.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3200400"/>
            <a:ext cx="4023360" cy="1234440"/>
          </a:xfrm>
          <a:prstGeom prst="rect">
            <a:avLst/>
          </a:prstGeom>
          <a:solidFill>
            <a:srgbClr val="2E3A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3200400"/>
            <a:ext cx="40233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Tailgating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3657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following someone through a secure door by pretending to be delivery staff or a colleague.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3200400"/>
            <a:ext cx="4023360" cy="1234440"/>
          </a:xfrm>
          <a:prstGeom prst="rect">
            <a:avLst/>
          </a:prstGeom>
          <a:solidFill>
            <a:srgbClr val="2E3A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3200400"/>
            <a:ext cx="4023360" cy="64008"/>
          </a:xfrm>
          <a:prstGeom prst="rect">
            <a:avLst/>
          </a:prstGeom>
          <a:solidFill>
            <a:srgbClr val="F7C59F"/>
          </a:solidFill>
          <a:ln w="12700">
            <a:solidFill>
              <a:srgbClr val="F7C59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3776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C5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Quid Pro Quo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937760" y="3657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fake IT help in exchange for login credentials or remote access to your computer.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5544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Stay Safe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8412480" cy="704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05840"/>
            <a:ext cx="594360" cy="7040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051560"/>
            <a:ext cx="594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10698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 2FA on every account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13533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your password is stolen, 2FA blocks the attacker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1801368"/>
            <a:ext cx="8412480" cy="704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1801368"/>
            <a:ext cx="594360" cy="7040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1847088"/>
            <a:ext cx="594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97280" y="18653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Never click links in unexpected emails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97280" y="2148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directly to the website by typing the URL yourself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2596896"/>
            <a:ext cx="8412480" cy="704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596896"/>
            <a:ext cx="594360" cy="7040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2642616"/>
            <a:ext cx="594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97280" y="26609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before you trust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97280" y="29443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person back on a known number if something seems off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3392424"/>
            <a:ext cx="8412480" cy="704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3392424"/>
            <a:ext cx="594360" cy="7040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3438144"/>
            <a:ext cx="594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97280" y="34564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a password manager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97280" y="373989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passwords for every site — no reuse, no easy guessing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65760" y="4187952"/>
            <a:ext cx="8412480" cy="704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65760" y="4187952"/>
            <a:ext cx="594360" cy="7040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4233672"/>
            <a:ext cx="594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097280" y="4251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suspicious emails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97280" y="453542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to your IT team or use the phishing report button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and Social Engineering</dc:title>
  <dc:subject>PptxGenJS Presentation</dc:subject>
  <dc:creator>PptxGenJS</dc:creator>
  <cp:lastModifiedBy>PptxGenJS</cp:lastModifiedBy>
  <cp:revision>1</cp:revision>
  <dcterms:created xsi:type="dcterms:W3CDTF">2026-05-23T08:21:42Z</dcterms:created>
  <dcterms:modified xsi:type="dcterms:W3CDTF">2026-05-23T08:21:42Z</dcterms:modified>
</cp:coreProperties>
</file>